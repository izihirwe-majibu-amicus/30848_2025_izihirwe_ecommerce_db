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3.png"/><Relationship Id="rId8" Type="http://schemas.openxmlformats.org/officeDocument/2006/relationships/image" Target="../media/image-3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502920"/>
            <a:ext cx="1051560" cy="10515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" name="Image 0" descr="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2148" y="723748"/>
            <a:ext cx="609905" cy="6099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9509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 Retail Sales, Inventory</a:t>
            </a:r>
            <a:endParaRPr lang="en-US" sz="3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&amp; Audit Management System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9659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Capstone Final Project  |  Course: DPR400210 Database Programming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24231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Presenter: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Izihirwe Majibu Amicus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30848/2025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10908792" cy="3246120"/>
          </a:xfrm>
          <a:prstGeom prst="roundRect">
            <a:avLst>
              <a:gd name="adj" fmla="val 3380"/>
            </a:avLst>
          </a:prstGeom>
          <a:solidFill>
            <a:srgbClr val="2A3673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3364992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9" name="Image 1" descr="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" y="3488436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3649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60120" y="4069080"/>
            <a:ext cx="10332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Sales, stock, and staff activity are tracked in disconnected tools (spreadsheets, separate order logs) with no single source of truth.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Stock discrepancies: a completed sale is not reflected in inventory in real time, causing overselling and reconciliation errors.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forensic accountability: there is no record of which staff member modified a price, deleted a record, or processed a refund.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Uncontrolled off-hours data modification: any user with access can change live data at any time, including outside approved business hours.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Context, Target Users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0" cy="0"/>
          </a:xfrm>
          <a:prstGeom prst="line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59436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71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845" y="1477213"/>
            <a:ext cx="291694" cy="291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 of Use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196596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system is the transactional and auditing backbone of a retail e-commerce operation: customers place orders, staff fulfill them, products are sourced from suppliers and tracked in inventory, and every write operation is logged and time-restricted by policy.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200400"/>
            <a:ext cx="5943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45" y="3534613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429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Objectives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77240" y="3977640"/>
            <a:ext cx="5394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 a normalized (3NF) relational schema covering customers, products, suppliers, inventory, orders, and payments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 core business operations with PL/SQL procedures, functions, packages, and cursors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Enforce a configurable, data-driven DML security policy using triggers (business hours, weekdays, public holidays)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 a full database-level audit trail — who, what, when, and from where</a:t>
            </a:r>
            <a:endParaRPr lang="en-US" sz="12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Visualize sales, inventory, and audit activity through a Power BI dashboard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675120" y="1143000"/>
            <a:ext cx="5056632" cy="5257800"/>
          </a:xfrm>
          <a:prstGeom prst="roundRect">
            <a:avLst>
              <a:gd name="adj" fmla="val 18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040880" y="1371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Users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7040880" y="196596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7" name="Image 2" descr="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037" y="207911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26680" y="193852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726680" y="22951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subject — order &amp; account data, no direct DB access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040880" y="301752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1" name="Image 3" descr="icon_usert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037" y="313067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26680" y="299008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Sales &amp; Fulfillment Staff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726680" y="33467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app_staff role — insert orders, view products/inventory, no deletes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040880" y="40690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5" name="Image 4" descr="icon_user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4037" y="4182237"/>
            <a:ext cx="276606" cy="27660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26680" y="404164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Administrators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726680" y="43982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app_admin role — full data mgmt, supplier &amp; inventory control, audit log access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7040880" y="512064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9" name="Image 5" descr="icon_clipbo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4037" y="5233797"/>
            <a:ext cx="276606" cy="27660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726680" y="50932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Auditors / Lecturer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7726680" y="54498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Read-only inspection of the audit trail as proof of control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Benefits &amp; Architectural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2A3673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00200" y="1490472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5" name="Image 0" descr="icon_box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016" y="1615288"/>
            <a:ext cx="344729" cy="3447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Sync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6791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Inventory updates automatically with every order transaction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47288" y="123444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2A3673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98848" y="1490472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0" name="Image 1" descr="icon_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664" y="1615288"/>
            <a:ext cx="344729" cy="3447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84448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Forensic Accountability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30168" y="26791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insert, update, and delete is traced to a specific employee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45936" y="123444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2A3673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97496" y="1490472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5" name="Image 2" descr="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312" y="1615288"/>
            <a:ext cx="344729" cy="34472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83096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Database-Level Security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528816" y="26791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access restricted by policy at the database layer itself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244584" y="123444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2A3673"/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296144" y="1490472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0" name="Image 3" descr="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0960" y="1615288"/>
            <a:ext cx="344729" cy="34472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81744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Scalable Architecture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427464" y="26791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reusable schema and privilege model, class project to production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Architecture Pipeline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813816" y="434340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41B4D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728216" y="4507992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6" name="Image 4" descr="icon_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373" y="4621149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5256" y="5120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3NF Oracle DB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145536" y="434340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2"/>
          <p:cNvSpPr/>
          <p:nvPr/>
        </p:nvSpPr>
        <p:spPr>
          <a:xfrm>
            <a:off x="3557016" y="434340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41B4D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471416" y="4507992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1" name="Image 5" descr="icon_co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573" y="4621149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48456" y="5120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PL/SQL Packages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888736" y="434340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400" dirty="0"/>
          </a:p>
        </p:txBody>
      </p:sp>
      <p:sp>
        <p:nvSpPr>
          <p:cNvPr id="34" name="Shape 26"/>
          <p:cNvSpPr/>
          <p:nvPr/>
        </p:nvSpPr>
        <p:spPr>
          <a:xfrm>
            <a:off x="6300216" y="434340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41B4D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214616" y="4507992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36" name="Image 6" descr="icon_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7773" y="4621149"/>
            <a:ext cx="276606" cy="27660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91656" y="5120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 &amp; Audit Triggers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8631936" y="4343400"/>
            <a:ext cx="411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400" dirty="0"/>
          </a:p>
        </p:txBody>
      </p:sp>
      <p:sp>
        <p:nvSpPr>
          <p:cNvPr id="39" name="Shape 30"/>
          <p:cNvSpPr/>
          <p:nvPr/>
        </p:nvSpPr>
        <p:spPr>
          <a:xfrm>
            <a:off x="9043416" y="434340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41B4D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957816" y="4507992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41" name="Image 7" descr="icon_cha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0973" y="4621149"/>
            <a:ext cx="276606" cy="27660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34856" y="5120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BI Dashboard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2026-07-23T21:34:01Z</dcterms:created>
  <dcterms:modified xsi:type="dcterms:W3CDTF">2026-07-23T21:34:01Z</dcterms:modified>
</cp:coreProperties>
</file>